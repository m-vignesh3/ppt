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1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1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3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7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9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2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5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4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8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Registration 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Hospital Management System</a:t>
            </a:r>
          </a:p>
          <a:p>
            <a:r>
              <a:rPr dirty="0"/>
              <a:t>Port: 3004</a:t>
            </a:r>
          </a:p>
          <a:p>
            <a:r>
              <a:rPr dirty="0"/>
              <a:t>Handles patient registration and links patients with doctors.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 registration systems in monolithic apps are tightly coupled and hard to scale.</a:t>
            </a:r>
          </a:p>
          <a:p>
            <a:r>
              <a:t>Separating registration into a microservice improves scalability, maintainability, and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Handle patient registration requests</a:t>
            </a:r>
          </a:p>
          <a:p>
            <a:r>
              <a:t>- Link patients with doctors</a:t>
            </a:r>
          </a:p>
          <a:p>
            <a:r>
              <a:t>- Maintain registration records</a:t>
            </a:r>
          </a:p>
          <a:p>
            <a:r>
              <a:t>- Enable communication with Patient and Doctor services</a:t>
            </a:r>
          </a:p>
          <a:p>
            <a:r>
              <a:t>- Provide scalable registration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Register patient to doctor</a:t>
            </a:r>
          </a:p>
          <a:p>
            <a:r>
              <a:t>- Store registration details</a:t>
            </a:r>
          </a:p>
          <a:p>
            <a:r>
              <a:t>- Validate patient information</a:t>
            </a:r>
          </a:p>
          <a:p>
            <a:r>
              <a:t>- Retrieve registration records</a:t>
            </a:r>
          </a:p>
          <a:p>
            <a:r>
              <a:t>- Manage doctor–patient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Microservice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Registration Service communicates using REST APIs.</a:t>
            </a:r>
          </a:p>
          <a:p>
            <a:endParaRPr/>
          </a:p>
          <a:p>
            <a:r>
              <a:t>Example:</a:t>
            </a:r>
          </a:p>
          <a:p>
            <a:r>
              <a:t>http://patient-service:3002/patients</a:t>
            </a:r>
          </a:p>
          <a:p>
            <a:r>
              <a:t>http://doctor-service:3005/doctors</a:t>
            </a:r>
          </a:p>
          <a:p>
            <a:endParaRPr/>
          </a:p>
          <a:p>
            <a:r>
              <a:t>Containers communicate using service names within Docker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 err="1"/>
              <a:t>Dockerfile</a:t>
            </a:r>
            <a:r>
              <a:rPr i="1" u="sng" dirty="0"/>
              <a:t>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FROM node:18</a:t>
            </a:r>
          </a:p>
          <a:p>
            <a:r>
              <a:rPr dirty="0"/>
              <a:t>WORKDIR /app</a:t>
            </a:r>
          </a:p>
          <a:p>
            <a:r>
              <a:rPr dirty="0"/>
              <a:t>COPY </a:t>
            </a:r>
            <a:r>
              <a:rPr dirty="0" err="1"/>
              <a:t>package.json</a:t>
            </a:r>
            <a:r>
              <a:rPr dirty="0"/>
              <a:t> .</a:t>
            </a:r>
          </a:p>
          <a:p>
            <a:r>
              <a:rPr dirty="0"/>
              <a:t>RUN </a:t>
            </a:r>
            <a:r>
              <a:rPr dirty="0" err="1"/>
              <a:t>npm</a:t>
            </a:r>
            <a:r>
              <a:rPr dirty="0"/>
              <a:t> install</a:t>
            </a:r>
          </a:p>
          <a:p>
            <a:r>
              <a:rPr dirty="0"/>
              <a:t>COPY . .</a:t>
            </a:r>
          </a:p>
          <a:p>
            <a:r>
              <a:rPr dirty="0"/>
              <a:t>EXPOSE 3004</a:t>
            </a:r>
          </a:p>
          <a:p>
            <a:r>
              <a:rPr dirty="0"/>
              <a:t>CMD ['node', 'server.js']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Docker Image Build &amp; 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 Image:</a:t>
            </a:r>
          </a:p>
          <a:p>
            <a:r>
              <a:rPr dirty="0"/>
              <a:t>docker build -t registration-service:1.0 .</a:t>
            </a:r>
          </a:p>
          <a:p>
            <a:r>
              <a:rPr dirty="0"/>
              <a:t>Push to Docker Hub:</a:t>
            </a:r>
          </a:p>
          <a:p>
            <a:r>
              <a:rPr dirty="0"/>
              <a:t>docker tag registration-service:1.0 username/registration-service:1.0</a:t>
            </a:r>
          </a:p>
          <a:p>
            <a:r>
              <a:rPr dirty="0"/>
              <a:t>docker push username/registration-service:1.0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Database &amp;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Database: MySQL (hospital_db)</a:t>
            </a:r>
          </a:p>
          <a:p>
            <a:endParaRPr/>
          </a:p>
          <a:p>
            <a:r>
              <a:t>Example Table: registrations</a:t>
            </a:r>
          </a:p>
          <a:p>
            <a:r>
              <a:t>- registration_id</a:t>
            </a:r>
          </a:p>
          <a:p>
            <a:r>
              <a:t>- patient_id</a:t>
            </a:r>
          </a:p>
          <a:p>
            <a:r>
              <a:t>- doctor_id</a:t>
            </a:r>
          </a:p>
          <a:p>
            <a:r>
              <a:t>- registration_date</a:t>
            </a:r>
          </a:p>
          <a:p>
            <a:endParaRPr/>
          </a:p>
          <a:p>
            <a:r>
              <a:t>Docker volume ensures persistent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Docker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Containers run inside a custom Docker network.</a:t>
            </a:r>
          </a:p>
          <a:p>
            <a:endParaRPr dirty="0"/>
          </a:p>
          <a:p>
            <a:r>
              <a:rPr dirty="0"/>
              <a:t>network:</a:t>
            </a:r>
          </a:p>
          <a:p>
            <a:r>
              <a:rPr dirty="0"/>
              <a:t>hospital-network (bridge)</a:t>
            </a:r>
          </a:p>
          <a:p>
            <a:endParaRPr dirty="0"/>
          </a:p>
          <a:p>
            <a:r>
              <a:rPr dirty="0"/>
              <a:t>Benefits:</a:t>
            </a:r>
          </a:p>
          <a:p>
            <a:r>
              <a:rPr dirty="0"/>
              <a:t>- Secure communication</a:t>
            </a:r>
          </a:p>
          <a:p>
            <a:r>
              <a:rPr dirty="0"/>
              <a:t>- Service discovery using container names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Docker Image Security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Image scanned using </a:t>
            </a:r>
            <a:r>
              <a:rPr dirty="0" err="1"/>
              <a:t>Trivy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Command:</a:t>
            </a:r>
          </a:p>
          <a:p>
            <a:r>
              <a:rPr dirty="0" err="1"/>
              <a:t>trivy</a:t>
            </a:r>
            <a:r>
              <a:rPr dirty="0"/>
              <a:t> image username/registration-service:1.0</a:t>
            </a:r>
          </a:p>
          <a:p>
            <a:endParaRPr dirty="0"/>
          </a:p>
          <a:p>
            <a:r>
              <a:rPr dirty="0"/>
              <a:t>Reports exported in JSON format to analyze vulnerabilities.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Registration Service manages patient-doctor registration workflow.</a:t>
            </a:r>
          </a:p>
          <a:p>
            <a:r>
              <a:rPr dirty="0"/>
              <a:t>Benefits:</a:t>
            </a:r>
          </a:p>
          <a:p>
            <a:r>
              <a:rPr dirty="0"/>
              <a:t>- Independent microservice</a:t>
            </a:r>
          </a:p>
          <a:p>
            <a:r>
              <a:rPr dirty="0"/>
              <a:t>- Scalable architecture</a:t>
            </a:r>
          </a:p>
          <a:p>
            <a:r>
              <a:rPr dirty="0"/>
              <a:t>- Docker container deployment</a:t>
            </a:r>
          </a:p>
          <a:p>
            <a:r>
              <a:rPr dirty="0"/>
              <a:t>- Secure and maintainable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317</Words>
  <Application>Microsoft Office PowerPoint</Application>
  <PresentationFormat>On-screen Show (4:3)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Registration Service Microservice</vt:lpstr>
      <vt:lpstr>Problem Statement</vt:lpstr>
      <vt:lpstr>Objective</vt:lpstr>
      <vt:lpstr>Functionalities</vt:lpstr>
      <vt:lpstr>Microservice Communication</vt:lpstr>
      <vt:lpstr>Dockerfile Snippet</vt:lpstr>
      <vt:lpstr>Docker Image Build &amp; Push</vt:lpstr>
      <vt:lpstr>Database &amp; Volumes</vt:lpstr>
      <vt:lpstr>Docker Networking</vt:lpstr>
      <vt:lpstr>Docker Image Security Scan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M</cp:lastModifiedBy>
  <cp:revision>2</cp:revision>
  <dcterms:created xsi:type="dcterms:W3CDTF">2013-01-27T09:14:16Z</dcterms:created>
  <dcterms:modified xsi:type="dcterms:W3CDTF">2026-03-04T18:57:03Z</dcterms:modified>
  <cp:category/>
</cp:coreProperties>
</file>