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1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1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3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7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9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2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5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4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8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/>
              <a:t>User </a:t>
            </a:r>
            <a:r>
              <a:rPr i="1" u="sng" dirty="0"/>
              <a:t>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Hospital Management System</a:t>
            </a:r>
            <a:r>
              <a:rPr lang="en-IN" dirty="0"/>
              <a:t> Port(3001)</a:t>
            </a:r>
            <a:endParaRPr lang="en-US" dirty="0"/>
          </a:p>
          <a:p>
            <a:r>
              <a:rPr lang="en-US" dirty="0"/>
              <a:t>Handles user management for the Hospital Management System. This service is responsible for managing user accounts and related information used across the platform</a:t>
            </a:r>
          </a:p>
          <a:p>
            <a:r>
              <a:rPr lang="en-US" b="1" dirty="0"/>
              <a:t>PS</a:t>
            </a:r>
            <a:r>
              <a:rPr lang="en-US" dirty="0"/>
              <a:t> - Hospitals need a centralized and scalable system to efficiently manage users, patients, doctors, and registrations, as traditional manual or monolithic systems lead to inefficiencies and data management challenges.</a:t>
            </a:r>
          </a:p>
          <a:p>
            <a:r>
              <a:rPr lang="en-US" b="1" dirty="0"/>
              <a:t>Obj</a:t>
            </a:r>
            <a:r>
              <a:rPr lang="en-US" dirty="0"/>
              <a:t>-To develop a scalable </a:t>
            </a:r>
            <a:r>
              <a:rPr lang="en-US" b="1" dirty="0"/>
              <a:t>Hospital Management System</a:t>
            </a:r>
            <a:r>
              <a:rPr lang="en-US" dirty="0"/>
              <a:t> using a microservices architecture that efficiently manages hospital operations such as users, patients, doctors, and registrations.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 err="1"/>
              <a:t>Dockerfile</a:t>
            </a:r>
            <a:r>
              <a:rPr i="1" u="sng" dirty="0"/>
              <a:t>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amazoncorretto:16-alpine-jdk</a:t>
            </a:r>
          </a:p>
          <a:p>
            <a:r>
              <a:rPr lang="en-IN" dirty="0"/>
              <a:t>COPY ./target/user-service.jar /home/user-service.jar</a:t>
            </a:r>
          </a:p>
          <a:p>
            <a:r>
              <a:rPr lang="en-IN" dirty="0"/>
              <a:t>EXPOSE 8081</a:t>
            </a:r>
          </a:p>
          <a:p>
            <a:r>
              <a:rPr lang="en-IN" dirty="0"/>
              <a:t>EXPOSE 5601</a:t>
            </a:r>
          </a:p>
          <a:p>
            <a:r>
              <a:rPr lang="en-IN" dirty="0"/>
              <a:t>ENTRYPOINT ["java","-</a:t>
            </a:r>
            <a:r>
              <a:rPr lang="en-IN" dirty="0" err="1"/>
              <a:t>Dspring.profiles.active</a:t>
            </a:r>
            <a:r>
              <a:rPr lang="en-IN" dirty="0"/>
              <a:t>=test","-jar","/home/user-service.jar"]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Docker</a:t>
            </a:r>
            <a:r>
              <a:rPr lang="en-IN" i="1" u="sng" dirty="0"/>
              <a:t> Compose</a:t>
            </a:r>
            <a:endParaRPr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version: "3.8"</a:t>
            </a:r>
          </a:p>
          <a:p>
            <a:pPr marL="0" indent="0">
              <a:buNone/>
            </a:pPr>
            <a:r>
              <a:rPr lang="en-IN" dirty="0"/>
              <a:t>services:</a:t>
            </a:r>
          </a:p>
          <a:p>
            <a:pPr marL="0" indent="0">
              <a:buNone/>
            </a:pPr>
            <a:r>
              <a:rPr lang="en-IN" dirty="0"/>
              <a:t>  user-service:</a:t>
            </a:r>
          </a:p>
          <a:p>
            <a:pPr marL="0" indent="0">
              <a:buNone/>
            </a:pPr>
            <a:r>
              <a:rPr lang="en-IN" dirty="0"/>
              <a:t>    image: username/user-service:1.0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container_name</a:t>
            </a:r>
            <a:r>
              <a:rPr lang="en-IN" dirty="0"/>
              <a:t>: hospital-user-service</a:t>
            </a:r>
          </a:p>
          <a:p>
            <a:pPr marL="0" indent="0">
              <a:buNone/>
            </a:pPr>
            <a:r>
              <a:rPr lang="en-IN" dirty="0"/>
              <a:t>    ports:</a:t>
            </a:r>
          </a:p>
          <a:p>
            <a:pPr marL="0" indent="0">
              <a:buNone/>
            </a:pPr>
            <a:r>
              <a:rPr lang="en-IN" dirty="0"/>
              <a:t>      - "3001:3001"</a:t>
            </a:r>
          </a:p>
          <a:p>
            <a:pPr marL="0" indent="0">
              <a:buNone/>
            </a:pPr>
            <a:r>
              <a:rPr lang="en-IN" dirty="0"/>
              <a:t>    networks:</a:t>
            </a:r>
          </a:p>
          <a:p>
            <a:pPr marL="0" indent="0">
              <a:buNone/>
            </a:pPr>
            <a:r>
              <a:rPr lang="en-IN" dirty="0"/>
              <a:t>      - hospital-network</a:t>
            </a:r>
          </a:p>
          <a:p>
            <a:pPr marL="0" indent="0">
              <a:buNone/>
            </a:pPr>
            <a:r>
              <a:rPr lang="en-IN" dirty="0"/>
              <a:t>networks:</a:t>
            </a:r>
          </a:p>
          <a:p>
            <a:pPr marL="0" indent="0">
              <a:buNone/>
            </a:pPr>
            <a:r>
              <a:rPr lang="en-IN" dirty="0"/>
              <a:t>  hospital-network:</a:t>
            </a:r>
          </a:p>
          <a:p>
            <a:pPr marL="0" indent="0">
              <a:buNone/>
            </a:pPr>
            <a:r>
              <a:rPr lang="en-IN" dirty="0"/>
              <a:t>    driver: bridge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4283-1F6E-84E2-3FDF-36FEEF42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ScreenShots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FA702-4270-D6FA-B802-35C7AC19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41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Registration Service manages patient-doctor registration workflow.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Independent microservice</a:t>
            </a:r>
          </a:p>
          <a:p>
            <a:r>
              <a:rPr lang="en-US" dirty="0"/>
              <a:t>Scalable architecture</a:t>
            </a:r>
          </a:p>
          <a:p>
            <a:r>
              <a:rPr lang="en-US" dirty="0"/>
              <a:t>Docker container deployment</a:t>
            </a:r>
          </a:p>
          <a:p>
            <a:r>
              <a:rPr lang="en-US" dirty="0"/>
              <a:t>Secure and maintainable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