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embeddedFontLst>
    <p:embeddedFont>
      <p:font typeface="Raleway" pitchFamily="2" charset="0"/>
      <p:regular r:id="rId18"/>
    </p:embeddedFont>
    <p:embeddedFont>
      <p:font typeface="Roboto" panose="02000000000000000000" pitchFamily="2" charset="0"/>
      <p:regular r:id="rId19"/>
      <p:bold r:id="rId20"/>
      <p: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244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45A43-44B1-7087-6043-670B0299E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0A8D71-F6E7-AC30-7492-2616259AA3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E998B-6464-991D-1435-4E787116A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91F2-A279-4635-91FE-02A282ACC1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F9776-BD09-DE3A-D71D-EB9F2E776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A787B-677D-CB5B-4BD7-A200F139F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8A6-2C2D-4EDE-81C9-84A57CE51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1155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76117-F966-5EC0-813B-F8F378167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D5EC4-FF31-5123-666B-B2D6B3014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171C27-EE24-9F15-6E42-802E8B4D2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91F2-A279-4635-91FE-02A282ACC1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14C81-4EAB-A798-075E-8819DA11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42BF6-F488-1D10-62F2-62952FF01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8A6-2C2D-4EDE-81C9-84A57CE51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64255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1943F-144E-4AD6-1E48-5DC4B76F8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2A9B3-7B63-E510-072A-DE6D46895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A65D5-B8DD-543B-DBA3-F87AEFFB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91F2-A279-4635-91FE-02A282ACC1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6614E-5C48-E05B-A776-BEFEA9F9A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9A47F-27B1-21E9-9731-C8A95B96E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8A6-2C2D-4EDE-81C9-84A57CE51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9062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0439F-EDE1-73AC-25D5-EDA8A3089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78032-6479-3427-14C5-B0693CDB5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0346D-7C49-D59A-8543-643109432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FF2B63-EF44-1F33-77DF-09320B73E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91F2-A279-4635-91FE-02A282ACC1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43EA9-7883-1DA1-C1A0-784FB126D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2D75B-CD98-51C5-9667-0AF23B4D0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8A6-2C2D-4EDE-81C9-84A57CE51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66495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9DA63-1497-B119-C095-92B8F3A4A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9D83C-57C4-4F3D-D2DF-A70CBA3DF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1F384-E321-099B-BEA0-3C71E18CD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C697A7-C10E-FBDE-63DA-CAF0F53F9A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5D7647-F477-E636-8EB6-4645141339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AFD79B-6A1A-0FF7-DB2A-CC1D0B43D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91F2-A279-4635-91FE-02A282ACC1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C657DB-4CFF-53D8-9075-1B1830088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A51F1A-983F-CF33-78C8-57AEB4D0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8A6-2C2D-4EDE-81C9-84A57CE51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104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D1AF-2BFA-4555-6AA4-2741A14C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BAA034-65FA-C5AB-1D62-FBC829D6C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91F2-A279-4635-91FE-02A282ACC1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22BD18-B7E2-3C41-24B1-FC45F6200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BA4C6-F2AD-190D-B53B-183A53EE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8A6-2C2D-4EDE-81C9-84A57CE51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93576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06826E-E04C-F1B7-0D06-D96DA8E61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91F2-A279-4635-91FE-02A282ACC1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30214-FFEF-C50C-3223-BADC30923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CAFB0-656C-96AE-4789-B635B01C6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8A6-2C2D-4EDE-81C9-84A57CE51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00024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D5E64-0E97-D826-DDAE-E1DD90DC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A80E8-B934-0020-B006-C375B202A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5D1267-B18B-8DD0-EF16-E59B1E16C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B44C6A-DBF2-E270-FA73-26DAE371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91F2-A279-4635-91FE-02A282ACC1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9E108E-8FA5-AAB0-2DDF-DB9F4E4D1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331B9-3D83-C43F-DBCE-C9A279CDC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8A6-2C2D-4EDE-81C9-84A57CE51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78164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2BBE3-8CCF-9877-B7C5-B91864CDF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DDDE92-6A54-867C-1CEB-5AF68CE209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91769-E6C7-9F5E-3103-E8B72A0E3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B36FB-6F17-7F4E-D581-819736173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91F2-A279-4635-91FE-02A282ACC1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BBD33-CC01-606C-FBD1-C25AE8A30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E291C7-9947-E343-4C7B-F75E14747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8A6-2C2D-4EDE-81C9-84A57CE51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49962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D778A-7EBA-43C1-A3B3-F46994DE8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1667C-C263-6858-8ECD-819B934DDC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53DA8B-A3B6-880D-2E9A-04BE5B1CB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91F2-A279-4635-91FE-02A282ACC1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E952A-A135-E256-FF3B-D926E7A95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A6ECA-3773-E04D-800E-9CFBDFD7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8A6-2C2D-4EDE-81C9-84A57CE51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9980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C496D5-E60C-0ADE-EE79-DFF3097EFD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962E3-E18A-8FE9-659B-8B08280D9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33C75-8A1C-1238-60D7-D69F96CD5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891F2-A279-4635-91FE-02A282ACC1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136E7-CD05-AA9C-311A-6EF21B5D9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3E07E-8A4B-EB77-116D-5AC3D3976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D48A6-2C2D-4EDE-81C9-84A57CE51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27248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213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313EEE-1A2E-1D2A-3153-7A0FAD026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CB3DE-7B0C-BCB2-A3C3-B15743A7F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3CDCD-AE34-247C-A24B-D610EA02E5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891F2-A279-4635-91FE-02A282ACC11E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48D28-9819-4F70-1090-3663A8952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F2997-14E7-6296-DA9C-10C67A0B2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D48A6-2C2D-4EDE-81C9-84A57CE51C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297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252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Clahan Academy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79029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Exam Platform on Azure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architecture with Terraform &amp; Active‑Standby disaster recovery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687017"/>
            <a:ext cx="8151763" cy="1056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89247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Author: Vignesh • Date: June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3278758"/>
            <a:ext cx="8151763" cy="552748"/>
          </a:xfrm>
          <a:prstGeom prst="roundRect">
            <a:avLst>
              <a:gd name="adj" fmla="val 10772"/>
            </a:avLst>
          </a:prstGeom>
          <a:solidFill>
            <a:srgbClr val="D2D2E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479527"/>
            <a:ext cx="177180" cy="1417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6816" y="3441725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Clahan Academy | Vignesh | 1/10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1513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8859"/>
            <a:ext cx="25902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is Clahan Academy?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832074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exam platform for educational institutions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for 400 concurrent users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 microservices (containerised)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Multi-region deployment for high availability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46885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Features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1832074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Multi-environment: Dev / Staging / Prod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Active‑Standby Disaster Recovery across regions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Infrastructure as Code using Terraform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Containerised microservices (Azure Container Apps)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AI‑powered proctoring (YOLO, OCR, Ollama)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37341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Visual: Logical flow — User → Internet → Azure Front Door → Regional services (primary / standby)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3759696"/>
            <a:ext cx="8151763" cy="552748"/>
          </a:xfrm>
          <a:prstGeom prst="roundRect">
            <a:avLst>
              <a:gd name="adj" fmla="val 10772"/>
            </a:avLst>
          </a:prstGeom>
          <a:solidFill>
            <a:srgbClr val="B6D6F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960465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6816" y="3922663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Clahan Academy | Vignesh | 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761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Technology Stack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0411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concise, enterprise‑grade stack organised by domain.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90402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658" y="1790402"/>
            <a:ext cx="179925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&amp; Infrastructure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27658" y="2096914"/>
            <a:ext cx="34557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Azure · Terraform · Azure CLI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553" y="1790402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92092" y="1790402"/>
            <a:ext cx="192553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Compute &amp; Networking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192092" y="2096914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Container Apps · Azure Front Door · App Gateway + WAF v2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834060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27658" y="28340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&amp; Storage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027658" y="3140571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Flexible Server · Azure Cache for Redis · Service Bus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0553" y="2834060"/>
            <a:ext cx="354360" cy="3543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92092" y="28340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DevOps &amp; Security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5192092" y="3140571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Hub (vignesh8386) · Key Vault · Azure Monitor &amp; Log Analytics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96119" y="3753669"/>
            <a:ext cx="8151763" cy="552748"/>
          </a:xfrm>
          <a:prstGeom prst="roundRect">
            <a:avLst>
              <a:gd name="adj" fmla="val 10772"/>
            </a:avLst>
          </a:prstGeom>
          <a:solidFill>
            <a:srgbClr val="D2D2E0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77" y="3954438"/>
            <a:ext cx="177180" cy="14175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56816" y="3916635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Clahan Academy | Vignesh | 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320055"/>
            <a:ext cx="3072408" cy="318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 Overview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1056605" y="667643"/>
            <a:ext cx="2948136" cy="159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Active‑Standby Cross‑Region Deployment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05" y="936724"/>
            <a:ext cx="7030715" cy="30368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34339" y="3192859"/>
            <a:ext cx="1043922" cy="190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Global Routing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734339" y="3437071"/>
            <a:ext cx="1043922" cy="261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Front Door health probes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14861" y="2872067"/>
            <a:ext cx="1043922" cy="380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Standby Region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414861" y="3306409"/>
            <a:ext cx="1043922" cy="39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Indonesia: replicas and scaled containers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397405" y="1210749"/>
            <a:ext cx="1043922" cy="190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User Entry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397405" y="1454961"/>
            <a:ext cx="1043922" cy="261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 request to Front Door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711973" y="1210749"/>
            <a:ext cx="1043922" cy="190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Failover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711973" y="1454961"/>
            <a:ext cx="1043922" cy="391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 Door shifts to standby on probe failure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091236" y="1210749"/>
            <a:ext cx="1043922" cy="380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Region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091236" y="1645092"/>
            <a:ext cx="1043922" cy="522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India: AppGW+WAF, 11 Containers, Postgres, Redis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56605" y="4055938"/>
            <a:ext cx="7030715" cy="280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Note: Front Door performs health probes and routes traffic to the highest‑priority healthy region. Primary: India. Standby: Indonesia (replication &amp; scaled containers).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056605" y="4418409"/>
            <a:ext cx="7030715" cy="322659"/>
          </a:xfrm>
          <a:prstGeom prst="roundRect">
            <a:avLst>
              <a:gd name="adj" fmla="val 13264"/>
            </a:avLst>
          </a:prstGeom>
          <a:solidFill>
            <a:srgbClr val="B6D6FC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478" y="4551834"/>
            <a:ext cx="127322" cy="101873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87673" y="4509715"/>
            <a:ext cx="7054974" cy="140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Clahan Academy | Vignesh | 4/10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0182" y="310009"/>
            <a:ext cx="3647108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Microservices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80182" y="665857"/>
            <a:ext cx="3626421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Containerised on Azure Container Apps — 11 services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80182" y="943198"/>
            <a:ext cx="7183562" cy="3154040"/>
          </a:xfrm>
          <a:prstGeom prst="roundRect">
            <a:avLst>
              <a:gd name="adj" fmla="val 138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89124" y="998562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02385" y="998562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(tag)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113264" y="998562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89124" y="1248966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frontend-service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02385" y="1248966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vignesh8386/frontend:v1.0.0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113264" y="1248966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UI — student &amp; instructor portal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89124" y="1499369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auth-service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02385" y="1499369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vignesh8386/auth:v1.0.0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113264" y="1499369"/>
            <a:ext cx="1941612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Authentication &amp; authorization (JWT, RBAC)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89124" y="1894210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admin-service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02385" y="1894210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vignesh8386/admin:v1.0.0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13264" y="1894210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 dashboards &amp; management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89124" y="2144613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student-service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02385" y="2144613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vignesh8386/student:v1.0.0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13264" y="2144613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Profile &amp; enrollment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89124" y="2395017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exam-service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02385" y="2395017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vignesh8386/exam:v1.0.0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13264" y="2395017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 creation, scheduling, scoring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89124" y="2645420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notification-service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02385" y="2645420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vignesh8386/notify:v1.0.0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13264" y="2645420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/ alerts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89124" y="2895823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proctoring-service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02385" y="2895823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vignesh8386/proctor:v1.0.0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113264" y="2895823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proctoring orchestration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89124" y="3146227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ai-service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02385" y="3146227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vignesh8386/ai:v1.0.0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13264" y="3146227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orchestration &amp; model routing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89124" y="3396630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yolo-v8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02385" y="3396630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ultralytics/ultralytics:latest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13264" y="3396630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Object detection for proctoring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89124" y="3647033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02385" y="3647033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openeuler/paddleocr:latest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13264" y="3647033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recognition for image checks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89124" y="3897437"/>
            <a:ext cx="2757488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ollama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02385" y="3897437"/>
            <a:ext cx="2755106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ollama/ollama:latest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13264" y="3897437"/>
            <a:ext cx="239881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for assistant &amp; analysis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80182" y="4183187"/>
            <a:ext cx="7640762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Visual: Container icons arranged in grid to represent the service mesh.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80182" y="4413572"/>
            <a:ext cx="7183562" cy="333896"/>
          </a:xfrm>
          <a:prstGeom prst="roundRect">
            <a:avLst>
              <a:gd name="adj" fmla="val 13096"/>
            </a:avLst>
          </a:prstGeom>
          <a:solidFill>
            <a:srgbClr val="D2D2E0"/>
          </a:solidFill>
          <a:ln/>
        </p:spPr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287" y="4552504"/>
            <a:ext cx="130076" cy="104105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318468" y="4508302"/>
            <a:ext cx="7198370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Clahan Academy | Vignesh | 5/10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59197"/>
            <a:ext cx="5493841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Terraform Best Practices Implemented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748085"/>
            <a:ext cx="304628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Enterprise‑grade Infrastructure as Code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74489" y="1059582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8580" y="1098352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Provider &amp; Modules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8580" y="1328812"/>
            <a:ext cx="745085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Provider configuration (azurerm + random). 12 reusable, well‑scoped modules.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74489" y="1671191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8580" y="1709961"/>
            <a:ext cx="19422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Configuration &amp; Environments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18580" y="1940421"/>
            <a:ext cx="745085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Variables &amp; outputs per module, environment‑specific tfvars for dev/staging/prod, and Terraform workspaces.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74489" y="2282800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8580" y="2321570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State &amp; Secrets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8580" y="2552030"/>
            <a:ext cx="745085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Remote state with locking (Azure Storage + blob lease). Secrets exclusively in Key Vault; no secrets in tfvars.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74489" y="2894409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8580" y="2933179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 / GitOps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18580" y="3163639"/>
            <a:ext cx="745085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repository tracking and PR‑based plans; automation for workspace initialisation.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74489" y="3506019"/>
            <a:ext cx="254124" cy="25412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8580" y="3544788"/>
            <a:ext cx="165407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Dependencies &amp; Patterns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18580" y="3775249"/>
            <a:ext cx="745085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Explicit and implicit dependencies modelled, naming conventions, tagging policy, and modular outputs for cross‑module wiring.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74489" y="4038823"/>
            <a:ext cx="82521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Bottom note: Project structure: 12 modules · 3 environments · 3 workspaces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4489" y="4302398"/>
            <a:ext cx="7794947" cy="380702"/>
          </a:xfrm>
          <a:prstGeom prst="roundRect">
            <a:avLst>
              <a:gd name="adj" fmla="val 12463"/>
            </a:avLst>
          </a:prstGeom>
          <a:solidFill>
            <a:srgbClr val="B6D6FC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50" y="4454203"/>
            <a:ext cx="141163" cy="11296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41574" y="4411563"/>
            <a:ext cx="777210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Clahan Academy | Vignesh | 6/10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53616"/>
            <a:ext cx="4275981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Terraform Project Structure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943645"/>
            <a:ext cx="871760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Modular repository layout designed for clarity and reuse.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6393" y="1242566"/>
            <a:ext cx="4093294" cy="10577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2496" y="1729829"/>
            <a:ext cx="190924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clahan-academy-terraform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62496" y="1982986"/>
            <a:ext cx="38210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backend.tf · providers.tf · main.tf · variables.tf · outputs.tf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4313" y="1242566"/>
            <a:ext cx="4093294" cy="10577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60416" y="1729829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environments/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760416" y="1982986"/>
            <a:ext cx="38210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dev.tfvars · staging.tfvars · prod.tfvars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393" y="2404914"/>
            <a:ext cx="4093294" cy="14201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2496" y="289217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modules/ (12)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562496" y="3145334"/>
            <a:ext cx="3821088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networking · container-apps · postgresql-primary · postgresql-replica · redis · keyvault · servicebus · appgateway · frontdoor · function-app · automation · monitoring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4313" y="2404914"/>
            <a:ext cx="4093294" cy="14201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60416" y="2892177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scripts/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760416" y="3145334"/>
            <a:ext cx="382108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bootstrap-backend.sh · init-workspaces.sh · failover-dr.sh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26393" y="3942755"/>
            <a:ext cx="871760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Highlight: Modular design enables repeatable environments and safe drift management.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26393" y="4241676"/>
            <a:ext cx="8291215" cy="430485"/>
          </a:xfrm>
          <a:prstGeom prst="roundRect">
            <a:avLst>
              <a:gd name="adj" fmla="val 11886"/>
            </a:avLst>
          </a:prstGeom>
          <a:solidFill>
            <a:srgbClr val="D2D2E0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208" y="4411117"/>
            <a:ext cx="152251" cy="1218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2275" y="4366320"/>
            <a:ext cx="823071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Clahan Academy | Vignesh | 7/10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029" y="274886"/>
            <a:ext cx="4085704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Disaster Recovery (DR) Strategy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33029" y="614363"/>
            <a:ext cx="2627858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Active‑Standby Cross‑Region Failover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029" y="875109"/>
            <a:ext cx="6877869" cy="30950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69057" y="1025769"/>
            <a:ext cx="1203623" cy="18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Down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2169057" y="1264675"/>
            <a:ext cx="1203623" cy="253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T+0 primary failure detected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359454" y="3347041"/>
            <a:ext cx="1210236" cy="18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Probe Detects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359454" y="3585947"/>
            <a:ext cx="1210236" cy="253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T+30s Front Door health probe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36623" y="1002622"/>
            <a:ext cx="1203623" cy="18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Traffic Routed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36623" y="1241528"/>
            <a:ext cx="1203623" cy="253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T+60s route to standby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727019" y="3347041"/>
            <a:ext cx="1203622" cy="18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Recovery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727019" y="3585947"/>
            <a:ext cx="1203622" cy="253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9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T+5min replica promoted, scaled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029" y="4048944"/>
            <a:ext cx="6877869" cy="35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metrics: RTO ≈ 5 minutes. RPO ≈ 5 minutes (replication lag dependent).</a:t>
            </a:r>
            <a:endParaRPr lang="en-US" sz="750" dirty="0"/>
          </a:p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components: Azure Front Door, PostgreSQL cross‑region read replica, Automation Account runbooks, scaled Container Apps in DR region.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133029" y="4478164"/>
            <a:ext cx="6877869" cy="311572"/>
          </a:xfrm>
          <a:prstGeom prst="roundRect">
            <a:avLst>
              <a:gd name="adj" fmla="val 13437"/>
            </a:avLst>
          </a:prstGeom>
          <a:solidFill>
            <a:srgbClr val="FCF2B5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669" y="4610695"/>
            <a:ext cx="124569" cy="99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56879" y="4566047"/>
            <a:ext cx="6911578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Clahan Academy | Vignesh | 8/10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4414" y="229642"/>
            <a:ext cx="3397448" cy="256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Security &amp; Secret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744414" y="504602"/>
            <a:ext cx="3055590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Zero Secrets in Code — Managed Identities &amp; Key Vault</a:t>
            </a:r>
            <a:endParaRPr lang="en-US" sz="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7852" y="703734"/>
            <a:ext cx="3988222" cy="30770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219084" y="1989890"/>
            <a:ext cx="695564" cy="477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 Secret Flow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903338" y="2967056"/>
            <a:ext cx="1034776" cy="31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Vault response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903338" y="3330389"/>
            <a:ext cx="1034776" cy="20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Secret returned over private network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743131" y="1949157"/>
            <a:ext cx="1057396" cy="31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public DB access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743131" y="2312490"/>
            <a:ext cx="1057396" cy="20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Databases deny direct public connections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178565" y="2967056"/>
            <a:ext cx="1034776" cy="31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protections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178565" y="3330389"/>
            <a:ext cx="1034776" cy="20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NSGs and restricted subnets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333117" y="1943502"/>
            <a:ext cx="1057396" cy="31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Private endpoint request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33117" y="2306835"/>
            <a:ext cx="1057396" cy="20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Vault accessed via private endpoint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015504" y="883190"/>
            <a:ext cx="1063051" cy="31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Container App identity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015504" y="1246524"/>
            <a:ext cx="1063051" cy="200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System-assigned managed identity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744414" y="3834036"/>
            <a:ext cx="1378297" cy="743620"/>
          </a:xfrm>
          <a:prstGeom prst="roundRect">
            <a:avLst>
              <a:gd name="adj" fmla="val 462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831107" y="3920728"/>
            <a:ext cx="10244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Network Security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831107" y="4077221"/>
            <a:ext cx="1204913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Private endpoints for data services · NSGs on subnets · No public DB access</a:t>
            </a:r>
            <a:endParaRPr lang="en-US" sz="600" dirty="0"/>
          </a:p>
        </p:txBody>
      </p:sp>
      <p:sp>
        <p:nvSpPr>
          <p:cNvPr id="19" name="Shape 16"/>
          <p:cNvSpPr/>
          <p:nvPr/>
        </p:nvSpPr>
        <p:spPr>
          <a:xfrm>
            <a:off x="3170039" y="3834036"/>
            <a:ext cx="1378297" cy="743620"/>
          </a:xfrm>
          <a:prstGeom prst="roundRect">
            <a:avLst>
              <a:gd name="adj" fmla="val 462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56731" y="3920728"/>
            <a:ext cx="10244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Identity &amp; Access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256731" y="4077221"/>
            <a:ext cx="1204913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Azure RBAC, system‑assigned managed identities, least‑privilege assignments</a:t>
            </a:r>
            <a:endParaRPr lang="en-US" sz="600" dirty="0"/>
          </a:p>
        </p:txBody>
      </p:sp>
      <p:sp>
        <p:nvSpPr>
          <p:cNvPr id="22" name="Shape 19"/>
          <p:cNvSpPr/>
          <p:nvPr/>
        </p:nvSpPr>
        <p:spPr>
          <a:xfrm>
            <a:off x="4595664" y="3834036"/>
            <a:ext cx="1378297" cy="743620"/>
          </a:xfrm>
          <a:prstGeom prst="roundRect">
            <a:avLst>
              <a:gd name="adj" fmla="val 462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82356" y="3920728"/>
            <a:ext cx="10244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 Security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682356" y="4077221"/>
            <a:ext cx="1204913" cy="206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WAF v2 (OWASP rules), TLS 1.2+, monitoring &amp; alerts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6021288" y="3834036"/>
            <a:ext cx="1378297" cy="743620"/>
          </a:xfrm>
          <a:prstGeom prst="roundRect">
            <a:avLst>
              <a:gd name="adj" fmla="val 4629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07981" y="3920728"/>
            <a:ext cx="1024458" cy="1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Secrets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107981" y="4077221"/>
            <a:ext cx="1204913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secrets in Key Vault · auto‑generated passwords (random_password) · soft delete &amp; purge protection</a:t>
            </a:r>
            <a:endParaRPr lang="en-US" sz="600" dirty="0"/>
          </a:p>
        </p:txBody>
      </p:sp>
      <p:sp>
        <p:nvSpPr>
          <p:cNvPr id="28" name="Shape 25"/>
          <p:cNvSpPr/>
          <p:nvPr/>
        </p:nvSpPr>
        <p:spPr>
          <a:xfrm>
            <a:off x="1744414" y="4630936"/>
            <a:ext cx="5655171" cy="229642"/>
          </a:xfrm>
          <a:prstGeom prst="roundRect">
            <a:avLst>
              <a:gd name="adj" fmla="val 14990"/>
            </a:avLst>
          </a:prstGeom>
          <a:solidFill>
            <a:srgbClr val="FFB3B4"/>
          </a:solidFill>
          <a:ln/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344" y="4733330"/>
            <a:ext cx="102394" cy="8193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2010668" y="4694039"/>
            <a:ext cx="5764188" cy="103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Clahan Academy | Vignesh | 9/10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332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 &amp; Next Steps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3067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Quick Demo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693887"/>
            <a:ext cx="3902943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terraform init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terraform workspace select prod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terraform plan -var-file=environments/prod.tfvars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terraform apply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app via Front Door URL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Simulate DR failover and validate promotion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330672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Learnings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1693887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Multi‑region Azure deployment with Front Door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Terraform modularisation and workspace strategy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Automated DR promotion &amp; runbooks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✅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Secrets managed by Key Vault; no secrets in code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7519" y="351160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Thank you!</a:t>
            </a: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GitHub: github.com/vignesh8386/clahan-academy-terraform · Docker Hub: hub.docker.com/u/vignesh8386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6119" y="3897883"/>
            <a:ext cx="8151763" cy="552748"/>
          </a:xfrm>
          <a:prstGeom prst="roundRect">
            <a:avLst>
              <a:gd name="adj" fmla="val 10772"/>
            </a:avLst>
          </a:prstGeom>
          <a:solidFill>
            <a:srgbClr val="B6FCB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4098652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56816" y="4060850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Clahan Academy | Vignesh | 10/10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5021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1032</Words>
  <Application>Microsoft Office PowerPoint</Application>
  <PresentationFormat>On-screen Show (16:9)</PresentationFormat>
  <Paragraphs>175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Calibri Light</vt:lpstr>
      <vt:lpstr>Roboto</vt:lpstr>
      <vt:lpstr>Raleway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Vignesh M</cp:lastModifiedBy>
  <cp:revision>2</cp:revision>
  <dcterms:created xsi:type="dcterms:W3CDTF">2026-06-09T18:24:49Z</dcterms:created>
  <dcterms:modified xsi:type="dcterms:W3CDTF">2026-06-09T18:25:29Z</dcterms:modified>
</cp:coreProperties>
</file>