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64" r:id="rId2"/>
    <p:sldId id="268" r:id="rId3"/>
    <p:sldId id="263" r:id="rId4"/>
    <p:sldId id="265" r:id="rId5"/>
    <p:sldId id="269" r:id="rId6"/>
    <p:sldId id="267" r:id="rId7"/>
    <p:sldId id="270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1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1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3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7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9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2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5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4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8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86" y="365126"/>
            <a:ext cx="7886700" cy="1325563"/>
          </a:xfrm>
        </p:spPr>
        <p:txBody>
          <a:bodyPr/>
          <a:lstStyle/>
          <a:p>
            <a:r>
              <a:rPr i="1" u="sng" dirty="0"/>
              <a:t>Docker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3200" dirty="0" smtClean="0"/>
              <a:t>Custom </a:t>
            </a:r>
            <a:r>
              <a:rPr lang="en-IN" sz="3200" dirty="0"/>
              <a:t>bridge isolates hospital </a:t>
            </a:r>
            <a:r>
              <a:rPr lang="en-IN" sz="3200" dirty="0" err="1"/>
              <a:t>microservices</a:t>
            </a:r>
            <a:r>
              <a:rPr lang="en-IN" sz="3200" dirty="0"/>
              <a:t> traffic</a:t>
            </a:r>
            <a:br>
              <a:rPr lang="en-IN" sz="3200" dirty="0"/>
            </a:br>
            <a:r>
              <a:rPr lang="en-IN" sz="3200" dirty="0"/>
              <a:t>• Internal subnet dynamically assigned by Docker</a:t>
            </a:r>
            <a:br>
              <a:rPr lang="en-IN" sz="3200" dirty="0"/>
            </a:br>
            <a:r>
              <a:rPr lang="en-IN" sz="3200" dirty="0"/>
              <a:t>• Containers resolve names via embedded DNS</a:t>
            </a:r>
            <a:br>
              <a:rPr lang="en-IN" sz="3200" dirty="0"/>
            </a:br>
            <a:r>
              <a:rPr lang="en-IN" sz="3200" dirty="0"/>
              <a:t>• Network prevents external unauthorized access</a:t>
            </a:r>
            <a:br>
              <a:rPr lang="en-IN" sz="3200" dirty="0"/>
            </a:br>
            <a:r>
              <a:rPr lang="en-IN" sz="3200" dirty="0"/>
              <a:t>• Enables scalable horizontal service deployment</a:t>
            </a:r>
          </a:p>
          <a:p>
            <a:endParaRPr sz="32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 err="1"/>
              <a:t>Microservice</a:t>
            </a:r>
            <a:r>
              <a:rPr lang="en-IN" i="1" u="sng" dirty="0"/>
              <a:t>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REST endpoints exchange JSON payloads</a:t>
            </a:r>
            <a:br>
              <a:rPr lang="en-IN" dirty="0"/>
            </a:br>
            <a:r>
              <a:rPr lang="en-IN" dirty="0"/>
              <a:t>• Inter-service calls use internal DNS resolution</a:t>
            </a:r>
            <a:br>
              <a:rPr lang="en-IN" dirty="0"/>
            </a:br>
            <a:r>
              <a:rPr lang="en-IN" dirty="0"/>
              <a:t>• Containers communicate via hospital-network bridge</a:t>
            </a:r>
            <a:br>
              <a:rPr lang="en-IN" dirty="0"/>
            </a:br>
            <a:r>
              <a:rPr lang="en-IN" dirty="0"/>
              <a:t>• Load distributed across independent service instances</a:t>
            </a:r>
            <a:br>
              <a:rPr lang="en-IN" dirty="0"/>
            </a:br>
            <a:r>
              <a:rPr lang="en-IN" dirty="0"/>
              <a:t>• JWT tokens validated across secured endpoints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09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Database &amp;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sz="3200" dirty="0"/>
              <a:t>MySQL relational schema enforces foreign keys</a:t>
            </a:r>
            <a:br>
              <a:rPr lang="en-IN" sz="3200" dirty="0"/>
            </a:br>
            <a:r>
              <a:rPr lang="en-IN" sz="3200" dirty="0"/>
              <a:t>• Patient references </a:t>
            </a:r>
            <a:r>
              <a:rPr lang="en-IN" sz="3200" dirty="0" err="1"/>
              <a:t>user_id</a:t>
            </a:r>
            <a:r>
              <a:rPr lang="en-IN" sz="3200" dirty="0"/>
              <a:t> relational mapping</a:t>
            </a:r>
            <a:br>
              <a:rPr lang="en-IN" sz="3200" dirty="0"/>
            </a:br>
            <a:r>
              <a:rPr lang="en-IN" sz="3200" dirty="0"/>
              <a:t>• Vital-signs linked via </a:t>
            </a:r>
            <a:r>
              <a:rPr lang="en-IN" sz="3200" dirty="0" err="1"/>
              <a:t>patient_id</a:t>
            </a:r>
            <a:r>
              <a:rPr lang="en-IN" sz="3200" dirty="0"/>
              <a:t> constraints</a:t>
            </a:r>
            <a:br>
              <a:rPr lang="en-IN" sz="3200" dirty="0"/>
            </a:br>
            <a:r>
              <a:rPr lang="en-IN" sz="3200" dirty="0"/>
              <a:t>• Volume-backend mounts persistent database storage</a:t>
            </a:r>
            <a:br>
              <a:rPr lang="en-IN" sz="3200" dirty="0"/>
            </a:br>
            <a:r>
              <a:rPr lang="en-IN" sz="3200" dirty="0"/>
              <a:t>• ACID compliance ensures transactional consistency</a:t>
            </a:r>
          </a:p>
          <a:p>
            <a:pPr marL="0" indent="0">
              <a:buNone/>
            </a:pP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Docker Image Security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 smtClean="0"/>
              <a:t>Scanned user-service image vulnerabilities detected</a:t>
            </a:r>
          </a:p>
          <a:p>
            <a:r>
              <a:rPr lang="en-US" sz="3200" dirty="0" smtClean="0"/>
              <a:t>Image scanned using </a:t>
            </a:r>
            <a:r>
              <a:rPr lang="en-US" sz="3200" dirty="0" err="1" smtClean="0"/>
              <a:t>Trivy</a:t>
            </a:r>
            <a:endParaRPr lang="en-US" sz="3200" dirty="0" smtClean="0"/>
          </a:p>
          <a:p>
            <a:r>
              <a:rPr lang="en-US" sz="3200" dirty="0" err="1" smtClean="0"/>
              <a:t>trivy</a:t>
            </a:r>
            <a:r>
              <a:rPr lang="en-US" sz="3200" dirty="0" smtClean="0"/>
              <a:t> image username/registration-service:1.0</a:t>
            </a:r>
          </a:p>
          <a:p>
            <a:r>
              <a:rPr lang="en-US" sz="3200" dirty="0" smtClean="0"/>
              <a:t>Reports exported in JSON format to analyze vulnerabilities.</a:t>
            </a:r>
            <a:br>
              <a:rPr lang="en-US" sz="3200" dirty="0" smtClean="0"/>
            </a:br>
            <a:r>
              <a:rPr lang="en-US" sz="3200" dirty="0" smtClean="0"/>
              <a:t>• patient-service base image updated securely</a:t>
            </a:r>
            <a:br>
              <a:rPr lang="en-US" sz="3200" dirty="0" smtClean="0"/>
            </a:br>
            <a:r>
              <a:rPr lang="en-US" sz="3200" dirty="0" smtClean="0"/>
              <a:t>• vital-sign-service dependencies verified secure</a:t>
            </a:r>
            <a:br>
              <a:rPr lang="en-US" sz="3200" dirty="0" smtClean="0"/>
            </a:br>
            <a:r>
              <a:rPr lang="en-US" sz="3200" dirty="0" err="1" smtClean="0"/>
              <a:t>mysql</a:t>
            </a:r>
            <a:r>
              <a:rPr lang="en-US" sz="3200" dirty="0" smtClean="0"/>
              <a:t> image checked for CVEs</a:t>
            </a:r>
            <a:br>
              <a:rPr lang="en-US" sz="3200" dirty="0" smtClean="0"/>
            </a:br>
            <a:r>
              <a:rPr lang="en-US" sz="3200" dirty="0" smtClean="0"/>
              <a:t>• Ensured production ready secure containers</a:t>
            </a:r>
            <a:endParaRPr lang="en-IN" sz="3200" dirty="0" smtClean="0"/>
          </a:p>
          <a:p>
            <a:pPr marL="0" indent="0">
              <a:buNone/>
            </a:pPr>
            <a:endParaRPr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 for report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10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Docker</a:t>
            </a:r>
            <a:r>
              <a:rPr lang="en-US" dirty="0" smtClean="0"/>
              <a:t> </a:t>
            </a:r>
            <a:r>
              <a:rPr lang="en-US" u="sng" dirty="0" smtClean="0"/>
              <a:t>hub</a:t>
            </a:r>
            <a:r>
              <a:rPr lang="en-US" dirty="0" smtClean="0"/>
              <a:t> </a:t>
            </a:r>
            <a:r>
              <a:rPr lang="en-US" u="sng" dirty="0" smtClean="0"/>
              <a:t>image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Pushed hospital user-service latest image</a:t>
            </a:r>
            <a:br>
              <a:rPr lang="en-US" sz="3200" dirty="0"/>
            </a:br>
            <a:r>
              <a:rPr lang="en-US" sz="3200" dirty="0"/>
              <a:t>• Uploaded patient-service </a:t>
            </a:r>
            <a:r>
              <a:rPr lang="en-US" sz="3200" dirty="0" err="1"/>
              <a:t>DockerHub</a:t>
            </a:r>
            <a:r>
              <a:rPr lang="en-US" sz="3200" dirty="0"/>
              <a:t> repository image</a:t>
            </a:r>
            <a:br>
              <a:rPr lang="en-US" sz="3200" dirty="0"/>
            </a:br>
            <a:r>
              <a:rPr lang="en-US" sz="3200" dirty="0"/>
              <a:t>• vital-sign-service image version tagged properly</a:t>
            </a:r>
            <a:br>
              <a:rPr lang="en-US" sz="3200" dirty="0"/>
            </a:br>
            <a:r>
              <a:rPr lang="en-US" sz="3200" dirty="0"/>
              <a:t>• frontend </a:t>
            </a:r>
            <a:r>
              <a:rPr lang="en-US" sz="3200" dirty="0" err="1"/>
              <a:t>nginx</a:t>
            </a:r>
            <a:r>
              <a:rPr lang="en-US" sz="3200" dirty="0"/>
              <a:t> image deployed successfully</a:t>
            </a:r>
            <a:br>
              <a:rPr lang="en-US" sz="3200" dirty="0"/>
            </a:br>
            <a:r>
              <a:rPr lang="en-US" sz="3200" dirty="0"/>
              <a:t>• Pulled images during AWS deployment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6066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 hub images screenshot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42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7745"/>
            <a:ext cx="7886700" cy="3260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dirty="0" smtClean="0"/>
              <a:t>Integrated </a:t>
            </a:r>
            <a:r>
              <a:rPr lang="en-IN" sz="3600" dirty="0"/>
              <a:t>seven independent hospital </a:t>
            </a:r>
            <a:r>
              <a:rPr lang="en-IN" sz="3600" dirty="0" err="1"/>
              <a:t>microservices</a:t>
            </a:r>
            <a:r>
              <a:rPr lang="en-IN" sz="3600" dirty="0"/>
              <a:t/>
            </a:r>
            <a:br>
              <a:rPr lang="en-IN" sz="3600" dirty="0"/>
            </a:br>
            <a:r>
              <a:rPr lang="en-IN" sz="3600" dirty="0"/>
              <a:t>• Enabled secure JWT authentication system</a:t>
            </a:r>
            <a:br>
              <a:rPr lang="en-IN" sz="3600" dirty="0"/>
            </a:br>
            <a:r>
              <a:rPr lang="en-IN" sz="3600" dirty="0"/>
              <a:t>• Established Docker Compose orchestration setup</a:t>
            </a:r>
            <a:br>
              <a:rPr lang="en-IN" sz="3600" dirty="0"/>
            </a:br>
            <a:r>
              <a:rPr lang="en-IN" sz="3600" dirty="0"/>
              <a:t>• Implemented centralized MySQL database storage</a:t>
            </a:r>
            <a:br>
              <a:rPr lang="en-IN" sz="3600" dirty="0"/>
            </a:br>
            <a:r>
              <a:rPr lang="en-IN" sz="3600" dirty="0"/>
              <a:t>• Achieved scalable cloud ready deployment</a:t>
            </a:r>
          </a:p>
          <a:p>
            <a:pPr marL="0" indent="0">
              <a:buNone/>
            </a:pPr>
            <a:endParaRPr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</TotalTime>
  <Words>70</Words>
  <Application>Microsoft Office PowerPoint</Application>
  <PresentationFormat>On-screen Show (4:3)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Docker Networking</vt:lpstr>
      <vt:lpstr>Microservice Communication</vt:lpstr>
      <vt:lpstr>Database &amp; Volumes</vt:lpstr>
      <vt:lpstr>Docker Image Security Scan</vt:lpstr>
      <vt:lpstr>Link for report</vt:lpstr>
      <vt:lpstr>Docker hub image</vt:lpstr>
      <vt:lpstr>Docker hub images screenshot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Networking</dc:title>
  <dc:subject/>
  <dc:creator>SUWETHA</dc:creator>
  <cp:keywords/>
  <dc:description>generated using python-pptx</dc:description>
  <cp:lastModifiedBy>SUWETHA</cp:lastModifiedBy>
  <cp:revision>11</cp:revision>
  <dcterms:created xsi:type="dcterms:W3CDTF">2013-01-27T09:14:16Z</dcterms:created>
  <dcterms:modified xsi:type="dcterms:W3CDTF">2026-03-04T20:16:17Z</dcterms:modified>
  <cp:category/>
</cp:coreProperties>
</file>