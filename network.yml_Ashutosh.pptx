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11A7-EDA0-67E6-1C15-00DE65AE8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21C29-9BEE-6C22-01A4-00640D112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36E45-1F22-7096-DBCB-95983A59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3899F-BEB6-A4BB-44A5-D61C29A6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651B3-27F5-8CE1-C8A2-AE8D1837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44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D688-E059-196D-B583-47E883D5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03301-6846-E881-7267-BB2198C2B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8AFC0-0AF2-BECF-F50F-7CACB996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706DD-CDD5-DE60-A2A8-94A8B861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A8C03-A629-EF31-1D2D-CB93DE36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41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69191-D0DC-CFA4-2746-101E4682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04412-96E6-5ED4-9B48-6BC99ADEB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A6569-422A-0B7F-622E-5B83C537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17321-E87A-70F5-650F-99FEBE14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977C8-5BF7-7E77-7683-2D6EFBCE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3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F775-9267-44D7-418B-0A1E6293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6B9E9-8D9D-AEFE-0A23-BAEA3DEB1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07E7E-4808-593B-7FAA-64E559EBF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58B4A-7322-63A9-F11B-7B1CF91D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AECDA-5208-03C5-7242-1745FF88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414E0-679A-EF8A-B793-DD533DE9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18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2C5F-5D03-4E3B-3556-31C39638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A1814-CF23-4AF2-8B05-287893FD2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4CA53-C217-B0EA-38FB-B1142DF2A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0DBCA-C29E-8157-AE7C-30AC9E16D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5971A-2B31-5B79-4200-5A410E5CE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BA1FF-92D1-1267-FF8A-B19F0607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A3EC5-DE0E-7242-48EC-55D2156B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5C069-396B-23DE-2A35-F61D1876A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08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DF6C-2B62-B154-A9E4-69524522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0FFAF7-4985-D600-D1B0-F814D78E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6EF54-D2FD-B5D5-834F-F9AA0A4E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F13C9-A1E3-C9DD-9964-C8315916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44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B5A76-0695-D122-0D5C-55AAE3C1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879401-D8C9-4891-730E-7BE24599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D9B0-7106-0482-9B66-0315AD0B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2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ECC9-E16F-122D-C639-FE5815B7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D423-817E-97A1-74D7-5A9C8DE45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38C2E-73AC-67A0-5805-AFA813662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726F0-F129-D4B4-2813-7969CDB8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3702B-178D-A1C7-9B8C-1F2FD80A8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6DD4E-69BE-D92E-59F8-A85C57DF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34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C553-4F14-441B-696B-BA765A6CA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05390-F216-6DB7-2E65-4B334B342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F7A9E-D4A6-1860-B53E-3109F2C48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B3D7E-25C4-5E39-9EF4-10122CF8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23D10-D8D5-0D24-1E09-E57041C3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33438-30C7-1ED2-386A-E108EC66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31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F477-ADB8-97E4-7B3F-50E3BDCF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FCD3D-491A-E1E0-6960-F73BD9FD3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DF734-4626-80F9-F26B-52B5141B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42EE-E58C-A0BE-432A-42E57EF10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C7FBF-83E6-5211-FC3C-C5CE9645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10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B3CCC-7FD4-C7AB-1A7D-D1B13FCEE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73A8D-5686-B94C-CF0F-2D5A5A6DF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F554-93C2-9CD0-22A7-90E0E289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74FA4-5394-5440-AF73-E4C27EB9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63500-48E9-2E0B-EA78-AE6B35AE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31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2698B-10DD-7A5C-E2BE-85036F3B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793D-1B8F-6B7E-321C-D0DF33285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BC05E-EE85-BFFA-0AA4-CD26162D7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5F8A8-2CCA-442B-9EAB-F9B29D863B9D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E71C6-258D-BB35-B01B-AC42CD5D0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CCDBE-F8FA-A2AA-E26C-BEC39FC3F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5B713-1F87-4234-9D92-1FD385381B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76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B134-5670-98BF-449B-768746F16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704" y="299403"/>
            <a:ext cx="8817864" cy="130079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 err="1"/>
              <a:t>Network.yml</a:t>
            </a:r>
            <a:br>
              <a:rPr lang="en-US" dirty="0"/>
            </a:br>
            <a:r>
              <a:rPr lang="en-US" dirty="0"/>
              <a:t>Hospital Management System 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53A4C-8086-A9B2-FEF5-F3B4492A0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584" y="2020824"/>
            <a:ext cx="9534144" cy="4343400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800" dirty="0"/>
              <a:t>• VPC (10.0.0.0/16): Main network boundary for all AWS      resources.</a:t>
            </a:r>
            <a:br>
              <a:rPr lang="en-US" sz="2800" dirty="0"/>
            </a:br>
            <a:r>
              <a:rPr lang="en-US" sz="2800" dirty="0"/>
              <a:t>• Public Subnet (10.0.1.0/24): Provides internet access for pulling Docker images and APIs.</a:t>
            </a:r>
            <a:br>
              <a:rPr lang="en-US" sz="2800" dirty="0"/>
            </a:br>
            <a:r>
              <a:rPr lang="en-US" sz="2800" dirty="0"/>
              <a:t>• Internet Gateway: Connects VPC to the internet.</a:t>
            </a:r>
            <a:br>
              <a:rPr lang="en-US" sz="2800" dirty="0"/>
            </a:br>
            <a:r>
              <a:rPr lang="en-US" sz="2800" dirty="0"/>
              <a:t>• Public Route: Sends all outbound traffic to the Internet Gateway.</a:t>
            </a:r>
            <a:br>
              <a:rPr lang="en-US" sz="2800" dirty="0"/>
            </a:br>
            <a:r>
              <a:rPr lang="en-US" sz="2800" dirty="0"/>
              <a:t>• ECS Cluster: Runs Docker containers inside the VPC.</a:t>
            </a:r>
            <a:br>
              <a:rPr lang="en-US" sz="2800" dirty="0"/>
            </a:br>
            <a:r>
              <a:rPr lang="en-US" sz="2800" dirty="0"/>
              <a:t>• Security Group: Allows required communication (cleaned: no port numbers shown).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48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4419-D554-2E43-AACE-57CA785B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Relational Schema   (</a:t>
            </a:r>
            <a:r>
              <a:rPr lang="en-US" dirty="0" err="1"/>
              <a:t>schema.sql</a:t>
            </a:r>
            <a:r>
              <a:rPr lang="en-US" dirty="0"/>
              <a:t>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6CCAC-8158-FE1B-8A14-9CFBA2EED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dirty="0"/>
              <a:t>• Database: </a:t>
            </a:r>
            <a:r>
              <a:rPr lang="en-US" sz="3600" dirty="0" err="1"/>
              <a:t>usersvc</a:t>
            </a:r>
            <a:r>
              <a:rPr lang="en-US" sz="3600" dirty="0"/>
              <a:t> (MySQL).</a:t>
            </a:r>
            <a:br>
              <a:rPr lang="en-US" sz="3600" dirty="0"/>
            </a:br>
            <a:r>
              <a:rPr lang="en-US" sz="3600" dirty="0"/>
              <a:t>• user. ID PK, role, username, email, phone, address, audit columns.</a:t>
            </a:r>
            <a:br>
              <a:rPr lang="en-US" sz="3600" dirty="0"/>
            </a:br>
            <a:r>
              <a:rPr lang="en-US" sz="3600" dirty="0"/>
              <a:t>• patient: id PK, name, complain, </a:t>
            </a:r>
            <a:r>
              <a:rPr lang="en-US" sz="3600" dirty="0" err="1"/>
              <a:t>user_id</a:t>
            </a:r>
            <a:r>
              <a:rPr lang="en-US" sz="3600" dirty="0"/>
              <a:t>, audit columns.</a:t>
            </a:r>
            <a:br>
              <a:rPr lang="en-US" sz="3600" dirty="0"/>
            </a:br>
            <a:r>
              <a:rPr lang="en-US" sz="3600" dirty="0"/>
              <a:t>• </a:t>
            </a:r>
            <a:r>
              <a:rPr lang="en-US" sz="3600" dirty="0" err="1"/>
              <a:t>vitalsign</a:t>
            </a:r>
            <a:r>
              <a:rPr lang="en-US" sz="3600" dirty="0"/>
              <a:t>: id PK, FK </a:t>
            </a:r>
            <a:r>
              <a:rPr lang="en-US" sz="3600" dirty="0" err="1"/>
              <a:t>patient_id</a:t>
            </a:r>
            <a:r>
              <a:rPr lang="en-US" sz="3600" dirty="0"/>
              <a:t>→ patient.id; temperature, </a:t>
            </a:r>
            <a:r>
              <a:rPr lang="en-US" sz="3600" dirty="0" err="1"/>
              <a:t>bloodsugar</a:t>
            </a:r>
            <a:r>
              <a:rPr lang="en-US" sz="3600" dirty="0"/>
              <a:t>, weight, height, spo2, pulse.</a:t>
            </a:r>
            <a:br>
              <a:rPr lang="en-US" sz="3600" dirty="0"/>
            </a:br>
            <a:r>
              <a:rPr lang="en-US" sz="3600" dirty="0"/>
              <a:t>• roles: ROLE_ID PK, NAME; audit columns across tables.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7151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4FF1-CDCA-CCB2-C381-57070EC7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Vault Bootstrap (vault-setup.sh)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270BE-2565-79D5-1D87-14748456D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78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• Vault login using predefined token.</a:t>
            </a:r>
            <a:br>
              <a:rPr lang="en-US" sz="3200" dirty="0"/>
            </a:br>
            <a:r>
              <a:rPr lang="en-US" sz="3200" dirty="0"/>
              <a:t>• Enable key-value secret engine if not enabled.</a:t>
            </a:r>
            <a:br>
              <a:rPr lang="en-US" sz="3200" dirty="0"/>
            </a:br>
            <a:r>
              <a:rPr lang="en-US" sz="3200" dirty="0"/>
              <a:t>• Write secrets per environment: test, stage.</a:t>
            </a:r>
            <a:br>
              <a:rPr lang="en-US" sz="3200" dirty="0"/>
            </a:br>
            <a:r>
              <a:rPr lang="en-US" sz="3200" dirty="0"/>
              <a:t>• Store DB credentials, API credentials, and tokens securely.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3742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D9AD-2718-66AA-302F-8CBC1DA8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Docker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5B8D-FA33-2B0D-FD53-2943834CB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Docker is used to containerize the hospital management services.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Key Components</a:t>
            </a:r>
          </a:p>
          <a:p>
            <a:pPr>
              <a:lnSpc>
                <a:spcPct val="150000"/>
              </a:lnSpc>
            </a:pPr>
            <a:r>
              <a:rPr lang="en-US" sz="3200" dirty="0" err="1"/>
              <a:t>Dockerfile</a:t>
            </a:r>
            <a:r>
              <a:rPr lang="en-US" sz="3200" dirty="0"/>
              <a:t> – Builds application image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Docker Image – Package of application and dependencies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Docker Container – Running instance of the application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59094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275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 Network.yml Hospital Management System  </vt:lpstr>
      <vt:lpstr>Relational Schema   (schema.sql) </vt:lpstr>
      <vt:lpstr> Vault Bootstrap (vault-setup.sh) </vt:lpstr>
      <vt:lpstr> Docker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PRATAP SINGH</dc:creator>
  <cp:lastModifiedBy>HARSH PRATAP SINGH</cp:lastModifiedBy>
  <cp:revision>1</cp:revision>
  <dcterms:created xsi:type="dcterms:W3CDTF">2026-03-05T00:58:08Z</dcterms:created>
  <dcterms:modified xsi:type="dcterms:W3CDTF">2026-03-05T01:22:09Z</dcterms:modified>
</cp:coreProperties>
</file>