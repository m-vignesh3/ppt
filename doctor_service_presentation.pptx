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Doctor Service Microservice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Hospital Management System</a:t>
            </a:r>
          </a:p>
          <a:p>
            <a:r>
              <a:t>Port: 3005</a:t>
            </a:r>
          </a:p>
          <a:p>
            <a:r>
              <a:t>Handles doctor management including specialization and schedules.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Hospitals require an efficient way to manage doctor information such as specialization, availability, and schedules.</a:t>
            </a:r>
          </a:p>
          <a:p>
            <a:r>
              <a:t>In monolithic systems, doctor management is tightly coupled with other modules.</a:t>
            </a:r>
          </a:p>
          <a:p>
            <a:r>
              <a:t>Creating a dedicated Doctor Service microservice improves scalability and maintainability.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Manage doctor profiles</a:t>
            </a:r>
          </a:p>
          <a:p>
            <a:r>
              <a:t>- Store specialization details</a:t>
            </a:r>
          </a:p>
          <a:p>
            <a:r>
              <a:t>- Maintain doctor schedules</a:t>
            </a:r>
          </a:p>
          <a:p>
            <a:r>
              <a:t>- Provide doctor data to other microservices</a:t>
            </a:r>
          </a:p>
          <a:p>
            <a:r>
              <a:t>- Enable scalable doctor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Add new doctor profiles</a:t>
            </a:r>
          </a:p>
          <a:p>
            <a:r>
              <a:t>- Retrieve doctor information</a:t>
            </a:r>
          </a:p>
          <a:p>
            <a:r>
              <a:t>- Update doctor specialization and schedule</a:t>
            </a:r>
          </a:p>
          <a:p>
            <a:r>
              <a:t>- Delete doctor records</a:t>
            </a:r>
          </a:p>
          <a:p>
            <a:r>
              <a:t>- Provide doctor availability for patient registration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Microservice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Doctor Service communicates with other services using REST APIs.</a:t>
            </a:r>
          </a:p>
          <a:p/>
          <a:p>
            <a:r>
              <a:t>Example:</a:t>
            </a:r>
          </a:p>
          <a:p>
            <a:r>
              <a:t>http://registration-service:3004/registrations</a:t>
            </a:r>
          </a:p>
          <a:p>
            <a:r>
              <a:t>http://patient-service:3002/patients</a:t>
            </a:r>
          </a:p>
          <a:p/>
          <a:p>
            <a:r>
              <a:t>Containers communicate using service names within the Docker network.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Dockerfile Snippet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node:18</a:t>
            </a:r>
          </a:p>
          <a:p>
            <a:r>
              <a:t>WORKDIR /app</a:t>
            </a:r>
          </a:p>
          <a:p>
            <a:r>
              <a:t>COPY package.json .</a:t>
            </a:r>
          </a:p>
          <a:p>
            <a:r>
              <a:t>RUN npm install</a:t>
            </a:r>
          </a:p>
          <a:p>
            <a:r>
              <a:t>COPY . .</a:t>
            </a:r>
          </a:p>
          <a:p>
            <a:r>
              <a:t>EXPOSE 3005</a:t>
            </a:r>
          </a:p>
          <a:p>
            <a:r>
              <a:t>CMD ['node', 'server.js']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Image Build &amp; Push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Image:</a:t>
            </a:r>
          </a:p>
          <a:p>
            <a:r>
              <a:t>docker build -t doctor-service:1.0 .</a:t>
            </a:r>
          </a:p>
          <a:p/>
          <a:p>
            <a:r>
              <a:t>Push to Docker Hub:</a:t>
            </a:r>
          </a:p>
          <a:p>
            <a:r>
              <a:t>docker tag doctor-service:1.0 username/doctor-service:1.0</a:t>
            </a:r>
          </a:p>
          <a:p>
            <a:r>
              <a:t>docker push username/doctor-service:1.0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Database: MySQL (hospital_db)</a:t>
            </a:r>
          </a:p>
          <a:p/>
          <a:p>
            <a:r>
              <a:t>Example Table: doctors</a:t>
            </a:r>
          </a:p>
          <a:p>
            <a:r>
              <a:t>- doctor_id</a:t>
            </a:r>
          </a:p>
          <a:p>
            <a:r>
              <a:t>- name</a:t>
            </a:r>
          </a:p>
          <a:p>
            <a:r>
              <a:t>- specialization</a:t>
            </a:r>
          </a:p>
          <a:p>
            <a:r>
              <a:t>- schedule</a:t>
            </a:r>
          </a:p>
          <a:p/>
          <a:p>
            <a:r>
              <a:t>Doctor Service stores doctor profiles and schedules.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Volumes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MySQL database uses Docker volumes for persistent storage.</a:t>
            </a:r>
          </a:p>
          <a:p/>
          <a:p>
            <a:r>
              <a:t>Example:</a:t>
            </a:r>
          </a:p>
          <a:p>
            <a:r>
              <a:t>volumes:</a:t>
            </a:r>
          </a:p>
          <a:p>
            <a:r>
              <a:t>mysql_data</a:t>
            </a:r>
          </a:p>
          <a:p/>
          <a:p>
            <a:r>
              <a:t>Ensures doctor records remain safe even if containers restart.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Networking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microservices run in a custom Docker network.</a:t>
            </a:r>
          </a:p>
          <a:p/>
          <a:p>
            <a:r>
              <a:t>Network: hospital-network (bridge)</a:t>
            </a:r>
          </a:p>
          <a:p/>
          <a:p>
            <a:r>
              <a:t>Benefits:</a:t>
            </a:r>
          </a:p>
          <a:p>
            <a:r>
              <a:t>- Secure container communication</a:t>
            </a:r>
          </a:p>
          <a:p>
            <a:r>
              <a:t>- Service discovery using container names</a:t>
            </a:r>
          </a:p>
          <a:p>
            <a:r>
              <a:t>- Organized microservice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Image Security Scan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image scanned using Trivy.</a:t>
            </a:r>
          </a:p>
          <a:p/>
          <a:p>
            <a:r>
              <a:t>Command:</a:t>
            </a:r>
          </a:p>
          <a:p>
            <a:r>
              <a:t>trivy image username/doctor-service:1.0</a:t>
            </a:r>
          </a:p>
          <a:p/>
          <a:p>
            <a:r>
              <a:t>The scan identifies vulnerabilities in dependencies and base images.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Doctor Service manages doctor profiles and schedules.</a:t>
            </a:r>
          </a:p>
          <a:p/>
          <a:p>
            <a:r>
              <a:t>Benefits:</a:t>
            </a:r>
          </a:p>
          <a:p>
            <a:r>
              <a:t>- Independent microservice</a:t>
            </a:r>
          </a:p>
          <a:p>
            <a:r>
              <a:t>- Efficient doctor management</a:t>
            </a:r>
          </a:p>
          <a:p>
            <a:r>
              <a:t>- Containerized deployment using Docker</a:t>
            </a:r>
          </a:p>
          <a:p>
            <a:r>
              <a:t>- Scalable and maintainable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