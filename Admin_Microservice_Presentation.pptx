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Microservice</a:t>
            </a:r>
          </a:p>
          <a:p>
            <a:r>
              <a:t>Hospital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Technology Stack: Node.js, Express.js, MySQL, Docker</a:t>
            </a:r>
          </a:p>
          <a:p>
            <a:r>
              <a:t>• Runs on Port: 3006</a:t>
            </a:r>
          </a:p>
          <a:p>
            <a:r>
              <a:t>• Handles administrative operations</a:t>
            </a:r>
          </a:p>
          <a:p>
            <a:r>
              <a:t>• Aggregates data from hospital services</a:t>
            </a:r>
          </a:p>
          <a:p>
            <a:r>
              <a:t>• Provides dashboard statistics</a:t>
            </a:r>
          </a:p>
          <a:p>
            <a:r>
              <a:t>• Uses JWT authentication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Dockerfile – Admin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node:18-alpine</a:t>
            </a:r>
          </a:p>
          <a:p>
            <a:r>
              <a:t>WORKDIR /app</a:t>
            </a:r>
          </a:p>
          <a:p>
            <a:r>
              <a:t>RUN apk add --no-cache netcat-openbsd</a:t>
            </a:r>
          </a:p>
          <a:p>
            <a:r>
              <a:t>COPY package.json ./</a:t>
            </a:r>
          </a:p>
          <a:p>
            <a:r>
              <a:t>RUN npm install --production</a:t>
            </a:r>
          </a:p>
          <a:p>
            <a:r>
              <a:t>COPY . .</a:t>
            </a:r>
          </a:p>
          <a:p>
            <a:r>
              <a:t>EXPOSE 3006</a:t>
            </a:r>
          </a:p>
          <a:p>
            <a:r>
              <a:t>CMD sh -c "while ! nc -z mysql 3306; do sleep 1; done; node app.js"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 Compose – Admin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admin-service:</a:t>
            </a:r>
          </a:p>
          <a:p>
            <a:r>
              <a:t>  build: ./services/admin-service</a:t>
            </a:r>
          </a:p>
          <a:p>
            <a:r>
              <a:t>  container_name: admin-service</a:t>
            </a:r>
          </a:p>
          <a:p>
            <a:r>
              <a:t>  ports:</a:t>
            </a:r>
          </a:p>
          <a:p>
            <a:r>
              <a:t>    - "3006:3006"</a:t>
            </a:r>
          </a:p>
          <a:p>
            <a:r>
              <a:t>  depends_on:</a:t>
            </a:r>
          </a:p>
          <a:p>
            <a:r>
              <a:t>    - mysql</a:t>
            </a:r>
          </a:p>
          <a:p>
            <a:r>
              <a:t>  environment:</a:t>
            </a:r>
          </a:p>
          <a:p>
            <a:r>
              <a:t>    DB_HOST: mysql</a:t>
            </a:r>
          </a:p>
          <a:p>
            <a:r>
              <a:t>    DB_USER: root</a:t>
            </a:r>
          </a:p>
          <a:p>
            <a:r>
              <a:t>    DB_PASSWORD: root123</a:t>
            </a:r>
          </a:p>
          <a:p>
            <a:r>
              <a:t>    DB_NAME: hospital_db</a:t>
            </a:r>
          </a:p>
          <a:p>
            <a:r>
              <a:t>    JWT_SECRET: hospital_management_secret_key_2024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Files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.dockerignore:</a:t>
            </a:r>
          </a:p>
          <a:p>
            <a:r>
              <a:t>  - node_modules</a:t>
            </a:r>
          </a:p>
          <a:p>
            <a:r>
              <a:t>  - npm-debug.log</a:t>
            </a:r>
          </a:p>
          <a:p/>
          <a:p>
            <a:r>
              <a:t>package.json Dependencies:</a:t>
            </a:r>
          </a:p>
          <a:p>
            <a:r>
              <a:t>  - express</a:t>
            </a:r>
          </a:p>
          <a:p>
            <a:r>
              <a:t>  - mysql2</a:t>
            </a:r>
          </a:p>
          <a:p>
            <a:r>
              <a:t>  - jsonwebtoken</a:t>
            </a:r>
          </a:p>
          <a:p>
            <a:r>
              <a:t>  - cors</a:t>
            </a:r>
          </a:p>
          <a:p/>
          <a:p>
            <a:r>
              <a:t>app.js:</a:t>
            </a:r>
          </a:p>
          <a:p>
            <a:r>
              <a:t>  - Express setup</a:t>
            </a:r>
          </a:p>
          <a:p>
            <a:r>
              <a:t>  - MySQL connection pool</a:t>
            </a:r>
          </a:p>
          <a:p>
            <a:r>
              <a:t>  - JWT authentication middleware</a:t>
            </a:r>
          </a:p>
          <a:p>
            <a:r>
              <a:t>  - Runs on port 3006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