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Service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 Management System</a:t>
            </a:r>
          </a:p>
          <a:p>
            <a:r>
              <a:t>Port: 3001</a:t>
            </a:r>
          </a:p>
          <a:p>
            <a:r>
              <a:t>Handles user management and JWT authentication.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 systems require secure authentication and user management.</a:t>
            </a:r>
          </a:p>
          <a:p>
            <a:r>
              <a:t>In monolithic systems, authentication logic is tightly coupled with other modules.</a:t>
            </a:r>
          </a:p>
          <a:p>
            <a:r>
              <a:t>Creating a dedicated User Service microservice improves security, scalability, and maintainability.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 user accounts</a:t>
            </a:r>
          </a:p>
          <a:p>
            <a:r>
              <a:t>- Provide authentication using JWT</a:t>
            </a:r>
          </a:p>
          <a:p>
            <a:r>
              <a:t>- Handle login and registration</a:t>
            </a:r>
          </a:p>
          <a:p>
            <a:r>
              <a:t>- Support role-based access (Admin, Doctor, etc.)</a:t>
            </a:r>
          </a:p>
          <a:p>
            <a:r>
              <a:t>- Enable secure communication with other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registration</a:t>
            </a:r>
          </a:p>
          <a:p>
            <a:r>
              <a:t>- User login authentication</a:t>
            </a:r>
          </a:p>
          <a:p>
            <a:r>
              <a:t>- JWT token generation</a:t>
            </a:r>
          </a:p>
          <a:p>
            <a:r>
              <a:t>- User role management</a:t>
            </a:r>
          </a:p>
          <a:p>
            <a:r>
              <a:t>- User data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Other microservices communicate with User Service using REST APIs.</a:t>
            </a:r>
          </a:p>
          <a:p>
            <a:endParaRPr/>
          </a:p>
          <a:p>
            <a:r>
              <a:t>Example:</a:t>
            </a:r>
          </a:p>
          <a:p>
            <a:r>
              <a:t>http://user-service:3001/api/users</a:t>
            </a:r>
          </a:p>
          <a:p>
            <a:endParaRPr/>
          </a:p>
          <a:p>
            <a:r>
              <a:t>Since containers share the same Docker network, services communicate using container names.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node:18</a:t>
            </a:r>
          </a:p>
          <a:p>
            <a:r>
              <a:t>WORKDIR /app</a:t>
            </a:r>
          </a:p>
          <a:p>
            <a:r>
              <a:t>COPY package.json .</a:t>
            </a:r>
          </a:p>
          <a:p>
            <a:r>
              <a:t>RUN npm install</a:t>
            </a:r>
          </a:p>
          <a:p>
            <a:r>
              <a:t>COPY . .</a:t>
            </a:r>
          </a:p>
          <a:p>
            <a:r>
              <a:t>EXPOSE 3001</a:t>
            </a:r>
          </a:p>
          <a:p>
            <a:r>
              <a:t>CMD ['node', 'server.js']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Image Build &amp; 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Image:</a:t>
            </a:r>
          </a:p>
          <a:p>
            <a:r>
              <a:t>docker build -t user-service:1.0 .</a:t>
            </a:r>
          </a:p>
          <a:p>
            <a:endParaRPr/>
          </a:p>
          <a:p>
            <a:r>
              <a:t>Push to Docker Hub:</a:t>
            </a:r>
          </a:p>
          <a:p>
            <a:r>
              <a:t>docker tag user-service:1.0 username/user-service:1.0</a:t>
            </a:r>
          </a:p>
          <a:p>
            <a:r>
              <a:t>docker push username/user-service:1.0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Database: MySQL (</a:t>
            </a:r>
            <a:r>
              <a:rPr dirty="0" err="1"/>
              <a:t>hospital_db</a:t>
            </a: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Example Table: users</a:t>
            </a:r>
          </a:p>
          <a:p>
            <a:r>
              <a:rPr dirty="0"/>
              <a:t>- </a:t>
            </a:r>
            <a:r>
              <a:rPr dirty="0" err="1"/>
              <a:t>user_id</a:t>
            </a:r>
            <a:endParaRPr dirty="0"/>
          </a:p>
          <a:p>
            <a:r>
              <a:rPr dirty="0"/>
              <a:t>- username</a:t>
            </a:r>
          </a:p>
          <a:p>
            <a:r>
              <a:rPr dirty="0"/>
              <a:t>- email</a:t>
            </a:r>
          </a:p>
          <a:p>
            <a:r>
              <a:rPr dirty="0"/>
              <a:t>- password</a:t>
            </a:r>
          </a:p>
          <a:p>
            <a:r>
              <a:rPr dirty="0"/>
              <a:t>- role</a:t>
            </a:r>
          </a:p>
          <a:p>
            <a:endParaRPr dirty="0"/>
          </a:p>
          <a:p>
            <a:r>
              <a:rPr dirty="0"/>
              <a:t>User Service stores authentication and user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uses Docker volumes for persistent storage.</a:t>
            </a:r>
          </a:p>
          <a:p>
            <a:endParaRPr/>
          </a:p>
          <a:p>
            <a:r>
              <a:t>Example:</a:t>
            </a:r>
          </a:p>
          <a:p>
            <a:r>
              <a:t>volumes:</a:t>
            </a:r>
          </a:p>
          <a:p>
            <a:r>
              <a:t>mysql_data</a:t>
            </a:r>
          </a:p>
          <a:p>
            <a:endParaRPr/>
          </a:p>
          <a:p>
            <a:r>
              <a:t>This ensures user data is not lost even if containers restart.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services run in a custom Docker network.</a:t>
            </a:r>
          </a:p>
          <a:p>
            <a:endParaRPr/>
          </a:p>
          <a:p>
            <a:r>
              <a:t>Network: hospital-network (bridge)</a:t>
            </a:r>
          </a:p>
          <a:p>
            <a:endParaRPr/>
          </a:p>
          <a:p>
            <a:r>
              <a:t>Benefits:</a:t>
            </a:r>
          </a:p>
          <a:p>
            <a:r>
              <a:t>- Secure container communication</a:t>
            </a:r>
          </a:p>
          <a:p>
            <a:r>
              <a:t>- Service discovery using container names</a:t>
            </a:r>
          </a:p>
          <a:p>
            <a:r>
              <a:t>- Organized microservice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Image Security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image scanned using Trivy.</a:t>
            </a:r>
          </a:p>
          <a:p>
            <a:endParaRPr/>
          </a:p>
          <a:p>
            <a:r>
              <a:t>Command:</a:t>
            </a:r>
          </a:p>
          <a:p>
            <a:r>
              <a:t>trivy image username/user-service:1.0</a:t>
            </a:r>
          </a:p>
          <a:p>
            <a:endParaRPr/>
          </a:p>
          <a:p>
            <a:r>
              <a:t>The scan identifies vulnerabilities and security risks.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Service provides authentication and user management.</a:t>
            </a:r>
          </a:p>
          <a:p>
            <a:endParaRPr/>
          </a:p>
          <a:p>
            <a:r>
              <a:t>Benefits:</a:t>
            </a:r>
          </a:p>
          <a:p>
            <a:r>
              <a:t>- Independent authentication service</a:t>
            </a:r>
          </a:p>
          <a:p>
            <a:r>
              <a:t>- Secure JWT-based access</a:t>
            </a:r>
          </a:p>
          <a:p>
            <a:r>
              <a:t>- Containerized deployment using Docker</a:t>
            </a:r>
          </a:p>
          <a:p>
            <a:r>
              <a:t>- Scalable microservice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363</Words>
  <Application>Microsoft Office PowerPoint</Application>
  <PresentationFormat>On-screen Show (4:3)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User Service Microservice</vt:lpstr>
      <vt:lpstr>Problem Statement</vt:lpstr>
      <vt:lpstr>Objective</vt:lpstr>
      <vt:lpstr>Functionalities</vt:lpstr>
      <vt:lpstr>Microservice Communication</vt:lpstr>
      <vt:lpstr>Dockerfile Snippet</vt:lpstr>
      <vt:lpstr>Docker Image Build &amp; Push</vt:lpstr>
      <vt:lpstr>Database Integration</vt:lpstr>
      <vt:lpstr>Docker Volumes</vt:lpstr>
      <vt:lpstr>Docker Networking</vt:lpstr>
      <vt:lpstr>Docker Image Security Scan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M</cp:lastModifiedBy>
  <cp:revision>2</cp:revision>
  <dcterms:created xsi:type="dcterms:W3CDTF">2013-01-27T09:14:16Z</dcterms:created>
  <dcterms:modified xsi:type="dcterms:W3CDTF">2026-03-04T19:15:59Z</dcterms:modified>
  <cp:category/>
</cp:coreProperties>
</file>