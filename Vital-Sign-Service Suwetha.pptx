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B205-9454-426B-94FF-58F1AA04997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754E-192F-47B6-AF89-8C68ACC43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568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B205-9454-426B-94FF-58F1AA04997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754E-192F-47B6-AF89-8C68ACC43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674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B205-9454-426B-94FF-58F1AA04997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754E-192F-47B6-AF89-8C68ACC43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730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B205-9454-426B-94FF-58F1AA04997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754E-192F-47B6-AF89-8C68ACC43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175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B205-9454-426B-94FF-58F1AA04997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754E-192F-47B6-AF89-8C68ACC43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787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B205-9454-426B-94FF-58F1AA04997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754E-192F-47B6-AF89-8C68ACC43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693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B205-9454-426B-94FF-58F1AA04997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754E-192F-47B6-AF89-8C68ACC43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12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B205-9454-426B-94FF-58F1AA04997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754E-192F-47B6-AF89-8C68ACC43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017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B205-9454-426B-94FF-58F1AA04997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754E-192F-47B6-AF89-8C68ACC43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69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B205-9454-426B-94FF-58F1AA04997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754E-192F-47B6-AF89-8C68ACC43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159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B205-9454-426B-94FF-58F1AA04997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7754E-192F-47B6-AF89-8C68ACC43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204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8B205-9454-426B-94FF-58F1AA04997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E7754E-192F-47B6-AF89-8C68ACC43F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64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Vital-Sign-Service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Responsible for managing patient health metrics inside the Hospital Management System</a:t>
            </a:r>
            <a:endParaRPr lang="en-IN" dirty="0"/>
          </a:p>
          <a:p>
            <a:r>
              <a:rPr lang="en-US" dirty="0" smtClean="0"/>
              <a:t>Manages patient health vital records</a:t>
            </a:r>
            <a:br>
              <a:rPr lang="en-US" dirty="0" smtClean="0"/>
            </a:br>
            <a:r>
              <a:rPr lang="en-US" dirty="0" smtClean="0"/>
              <a:t>• Performs CRUD operations on vitals</a:t>
            </a:r>
            <a:br>
              <a:rPr lang="en-US" dirty="0" smtClean="0"/>
            </a:br>
            <a:r>
              <a:rPr lang="en-US" dirty="0" smtClean="0"/>
              <a:t>• Stores heart rate and blood pressure</a:t>
            </a:r>
            <a:br>
              <a:rPr lang="en-US" dirty="0" smtClean="0"/>
            </a:br>
            <a:r>
              <a:rPr lang="en-US" dirty="0" smtClean="0"/>
              <a:t>• Links records using </a:t>
            </a:r>
            <a:r>
              <a:rPr lang="en-US" dirty="0" err="1" smtClean="0"/>
              <a:t>patient_id</a:t>
            </a:r>
            <a:r>
              <a:rPr lang="en-US" dirty="0" smtClean="0"/>
              <a:t>, </a:t>
            </a:r>
            <a:r>
              <a:rPr lang="en-US" dirty="0" err="1" smtClean="0"/>
              <a:t>user_id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• Validates JWT before saving data</a:t>
            </a:r>
          </a:p>
          <a:p>
            <a:r>
              <a:rPr lang="en-US" dirty="0" smtClean="0"/>
              <a:t>It ensures every vital record belongs to a valid patient and authenticated doctor/</a:t>
            </a:r>
            <a:r>
              <a:rPr lang="en-US" dirty="0" err="1" smtClean="0"/>
              <a:t>nurs</a:t>
            </a:r>
            <a:endParaRPr lang="en-US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6120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1094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Docker file snippet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785257"/>
            <a:ext cx="9144000" cy="3472543"/>
          </a:xfrm>
        </p:spPr>
        <p:txBody>
          <a:bodyPr>
            <a:normAutofit lnSpcReduction="10000"/>
          </a:bodyPr>
          <a:lstStyle/>
          <a:p>
            <a:pPr algn="l"/>
            <a:r>
              <a:rPr lang="en-IN" dirty="0" smtClean="0"/>
              <a:t>FROM amazoncorretto:16-alpine-jdk</a:t>
            </a:r>
          </a:p>
          <a:p>
            <a:pPr algn="l"/>
            <a:endParaRPr lang="en-IN" dirty="0" smtClean="0"/>
          </a:p>
          <a:p>
            <a:pPr algn="l"/>
            <a:r>
              <a:rPr lang="en-IN" dirty="0" smtClean="0"/>
              <a:t>COPY ./target/vital-sign-service.jar /home/vital-sign-service.jar</a:t>
            </a:r>
          </a:p>
          <a:p>
            <a:pPr algn="l"/>
            <a:endParaRPr lang="en-IN" dirty="0"/>
          </a:p>
          <a:p>
            <a:pPr algn="l"/>
            <a:r>
              <a:rPr lang="en-IN" dirty="0" smtClean="0"/>
              <a:t>EXPOSE 8088</a:t>
            </a:r>
          </a:p>
          <a:p>
            <a:pPr algn="l"/>
            <a:endParaRPr lang="en-IN" dirty="0" smtClean="0"/>
          </a:p>
          <a:p>
            <a:pPr algn="l"/>
            <a:r>
              <a:rPr lang="en-IN" dirty="0" smtClean="0"/>
              <a:t>ENTRYPOINT ["java","-</a:t>
            </a:r>
            <a:r>
              <a:rPr lang="en-IN" dirty="0" err="1" smtClean="0"/>
              <a:t>Dspring.profiles.active</a:t>
            </a:r>
            <a:r>
              <a:rPr lang="en-IN" dirty="0" smtClean="0"/>
              <a:t>=test",</a:t>
            </a:r>
          </a:p>
          <a:p>
            <a:pPr algn="l"/>
            <a:r>
              <a:rPr lang="en-IN" dirty="0" smtClean="0"/>
              <a:t>"-jar","/home/vital-sign-service.jar"]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7889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Docker compose vital service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 smtClean="0"/>
              <a:t>vital-sign-service:</a:t>
            </a:r>
          </a:p>
          <a:p>
            <a:r>
              <a:rPr lang="en-IN" dirty="0" smtClean="0"/>
              <a:t>    build: ./services/vital-sign-service</a:t>
            </a:r>
          </a:p>
          <a:p>
            <a:r>
              <a:rPr lang="en-IN" dirty="0" smtClean="0"/>
              <a:t>    </a:t>
            </a:r>
            <a:r>
              <a:rPr lang="en-IN" dirty="0" err="1" smtClean="0"/>
              <a:t>container_name</a:t>
            </a:r>
            <a:r>
              <a:rPr lang="en-IN" dirty="0" smtClean="0"/>
              <a:t>: hospital-vital-sign-service</a:t>
            </a:r>
          </a:p>
          <a:p>
            <a:r>
              <a:rPr lang="en-IN" dirty="0" smtClean="0"/>
              <a:t>    restart: always</a:t>
            </a:r>
          </a:p>
          <a:p>
            <a:r>
              <a:rPr lang="en-IN" dirty="0" smtClean="0"/>
              <a:t>    environment:</a:t>
            </a:r>
          </a:p>
          <a:p>
            <a:r>
              <a:rPr lang="en-IN" dirty="0" smtClean="0"/>
              <a:t>      DB_HOST: </a:t>
            </a:r>
            <a:r>
              <a:rPr lang="en-IN" dirty="0" err="1" smtClean="0"/>
              <a:t>mysql</a:t>
            </a:r>
            <a:endParaRPr lang="en-IN" dirty="0" smtClean="0"/>
          </a:p>
          <a:p>
            <a:r>
              <a:rPr lang="en-IN" dirty="0" smtClean="0"/>
              <a:t>      DB_USER: root</a:t>
            </a:r>
          </a:p>
          <a:p>
            <a:r>
              <a:rPr lang="en-IN" dirty="0" smtClean="0"/>
              <a:t>      DB_PASSWORD: ${MYSQL_ROOT_PASSWORD:-root123}</a:t>
            </a:r>
          </a:p>
          <a:p>
            <a:r>
              <a:rPr lang="en-IN" dirty="0" smtClean="0"/>
              <a:t>      DB_NAME: ${MYSQL_DATABASE:-</a:t>
            </a:r>
            <a:r>
              <a:rPr lang="en-IN" dirty="0" err="1" smtClean="0"/>
              <a:t>hospital_db</a:t>
            </a:r>
            <a:r>
              <a:rPr lang="en-IN" dirty="0" smtClean="0"/>
              <a:t>}</a:t>
            </a:r>
          </a:p>
          <a:p>
            <a:r>
              <a:rPr lang="en-IN" dirty="0" smtClean="0"/>
              <a:t>      JWT_SECRET: ${JWT_SECRET:-hospital_management_secret_key_2024}</a:t>
            </a:r>
          </a:p>
          <a:p>
            <a:r>
              <a:rPr lang="en-IN" dirty="0" smtClean="0"/>
              <a:t>    </a:t>
            </a:r>
            <a:r>
              <a:rPr lang="en-IN" dirty="0" err="1" smtClean="0"/>
              <a:t>depends_on</a:t>
            </a:r>
            <a:r>
              <a:rPr lang="en-IN" dirty="0" smtClean="0"/>
              <a:t>:</a:t>
            </a:r>
          </a:p>
          <a:p>
            <a:r>
              <a:rPr lang="en-IN" dirty="0" smtClean="0"/>
              <a:t>      </a:t>
            </a:r>
            <a:r>
              <a:rPr lang="en-IN" dirty="0" err="1" smtClean="0"/>
              <a:t>mysql</a:t>
            </a:r>
            <a:r>
              <a:rPr lang="en-IN" dirty="0" smtClean="0"/>
              <a:t>:</a:t>
            </a:r>
          </a:p>
          <a:p>
            <a:r>
              <a:rPr lang="en-IN" dirty="0" smtClean="0"/>
              <a:t>        condition: </a:t>
            </a:r>
            <a:r>
              <a:rPr lang="en-IN" dirty="0" err="1" smtClean="0"/>
              <a:t>service_healthy</a:t>
            </a:r>
            <a:endParaRPr lang="en-IN" dirty="0" smtClean="0"/>
          </a:p>
          <a:p>
            <a:r>
              <a:rPr lang="en-IN" dirty="0" smtClean="0"/>
              <a:t>    networks:</a:t>
            </a:r>
          </a:p>
          <a:p>
            <a:r>
              <a:rPr lang="en-IN" dirty="0" smtClean="0"/>
              <a:t>      - hospital-network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6405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Screenshots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5014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Vital-Sign-Service – Docker Build &amp; Deployment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1" y="1739137"/>
            <a:ext cx="1071730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JAR using </a:t>
            </a:r>
            <a:r>
              <a:rPr kumimoji="0" lang="en-US" alt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mvn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clean package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• Created image using </a:t>
            </a:r>
            <a:r>
              <a:rPr kumimoji="0" lang="en-US" alt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build -t hospital/</a:t>
            </a:r>
            <a:r>
              <a:rPr kumimoji="0" lang="en-US" alt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vital-sign-service:latest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.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• Used base image 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openjdk:17-jdk-slim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• Logged into Docker Hub using </a:t>
            </a:r>
            <a:r>
              <a:rPr kumimoji="0" lang="en-US" alt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login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• Pushed image using </a:t>
            </a:r>
            <a:r>
              <a:rPr kumimoji="0" lang="en-US" alt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push hospital/</a:t>
            </a:r>
            <a:r>
              <a:rPr kumimoji="0" lang="en-US" alt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vital-sign-service:latest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• Pulled and deployed using </a:t>
            </a:r>
            <a:r>
              <a:rPr kumimoji="0" lang="en-US" alt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docker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pull hospital/</a:t>
            </a:r>
            <a:r>
              <a:rPr kumimoji="0" lang="en-US" alt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vital-sign-service:latest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207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107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Unicode MS</vt:lpstr>
      <vt:lpstr>Calibri</vt:lpstr>
      <vt:lpstr>Calibri Light</vt:lpstr>
      <vt:lpstr>Office Theme</vt:lpstr>
      <vt:lpstr>Vital-Sign-Service </vt:lpstr>
      <vt:lpstr>Docker file snippet</vt:lpstr>
      <vt:lpstr>Docker compose vital service </vt:lpstr>
      <vt:lpstr>Screenshots</vt:lpstr>
      <vt:lpstr>Vital-Sign-Service – Docker Build &amp; Deployment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Vital-Sign-Service</dc:title>
  <dc:creator>SUWETHA</dc:creator>
  <cp:lastModifiedBy>SUWETHA</cp:lastModifiedBy>
  <cp:revision>2</cp:revision>
  <dcterms:created xsi:type="dcterms:W3CDTF">2026-03-04T20:28:18Z</dcterms:created>
  <dcterms:modified xsi:type="dcterms:W3CDTF">2026-03-04T20:30:04Z</dcterms:modified>
</cp:coreProperties>
</file>